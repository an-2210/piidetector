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Insider Risk Briefing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Escalations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Michael Achebe escalated case RSK-2024-0031 with the board.</a:t>
            </a:r>
          </a:p>
          <a:p>
            <a:r>
              <a:t>Vendor: Globex Ltd, 9 Broad Street, Lagos Island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Contact Priya Raman (EMP-77001), priya.raman@globex-ltd.com</a:t>
            </a:r>
          </a:p>
          <a:p>
            <a:r>
              <a:t>Budget $250,000 USD approved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